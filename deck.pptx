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considering this opportunity. We are eager to discuss how our platform can unlock significant value for regional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MENA region holds the world's largest untapped digital lending market for small businesses. Our solution targets this specific gap in financial inclusion and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financial products often exclude startups lacking assets or history, leaving a massive opportunity for flexible, data-driven lending models that understand local economic nuances.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leverages alternative data to assess risk quickly, reducing turnaround time significantly compared to traditional banks. We combine technology with a local network to ensure loans reach small businesses that were previously underserved by conventional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dual approach combines global fintech scalability with deep regional expertise. We mitigate risk through localized data while delivering the speed modern businesses need to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proprietary tech stack enables rapid onboarding while mitigating credit risk through AI-driven analysis. We prioritize data security to maintain investor and borrower trust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our path to profitability, highlighting key milestones for expansion and unit economics. We anticipate reaching break-even EBITDA by Q3 Year Two while maintaining conservative credit risk standards across all portfolios.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capital enables rapid market entry, validates our risk model, and positions us for profitability within 24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prioritize rapid market entry while maintaining strict risk controls. This phased approach allows us to validate unit economics before scaling across the wider MENA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look forward to discussing how we can transform the SME lending landscape together. Please reach out via email or phone to schedule a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Revolutionizing Small Business Finance in MENA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 capital access for underserved regional SMEs</a:t>
            </a:r>
          </a:p>
          <a:p>
            <a:r>
              <a:t>Seamless digital onboarding and instant loan approval</a:t>
            </a:r>
          </a:p>
          <a:p>
            <a:r>
              <a:t>Lower costs through automated credit risk assessment</a:t>
            </a:r>
          </a:p>
          <a:p>
            <a:r>
              <a:t>Scalable model designed for long-term investor returns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Overview: The Middle East Small Business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SMEs drive 45% of regional GDP across key MENA markets.</a:t>
            </a:r>
          </a:p>
          <a:p>
            <a:r>
              <a:t>Traditional banking infrastructure lacks agility for modern startup needs.</a:t>
            </a:r>
          </a:p>
          <a:p>
            <a:r>
              <a:t>Digital finance penetration remains low compared to global standards.</a:t>
            </a:r>
          </a:p>
          <a:p>
            <a:r>
              <a:t>SME loan demand projected to grow by 20%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Gap: What Is Missing in Current Lending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banks demand heavy collateral and lengthy credit histories.</a:t>
            </a:r>
          </a:p>
          <a:p>
            <a:r>
              <a:t>Existing Fintechs ignore localized risk profiles across diverse regional SME sectors.</a:t>
            </a:r>
          </a:p>
          <a:p>
            <a:r>
              <a:t>High fees and rigid terms negatively impact cash flow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Offer: A Tailored Digital Lending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digital onboarding and rapid credit decisioning.</a:t>
            </a:r>
          </a:p>
          <a:p>
            <a:r>
              <a:t>Flexible repayment terms aligned with local cash cycles.</a:t>
            </a:r>
          </a:p>
          <a:p>
            <a:r>
              <a:t>Transparent pricing model with zero hidden fees.</a:t>
            </a:r>
          </a:p>
          <a:p>
            <a:r>
              <a:t>Mobile-first interface accessible via smartphones everywhere.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Us: Competitive Advantages &amp; Trust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local market knowledge ensuring culturally relevant loan products.</a:t>
            </a:r>
          </a:p>
          <a:p>
            <a:r>
              <a:t>AI-driven credit scoring unlocks funding for previously unbanked segments.</a:t>
            </a:r>
          </a:p>
          <a:p>
            <a:r>
              <a:t>Rapid fund disbursement within 48 hours to boost operational cash flow.</a:t>
            </a:r>
          </a:p>
          <a:p>
            <a:r>
              <a:t>Full regulatory compliance builds investor confidence and protects borrower interests.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Excellence: Technology &amp; 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AI credit scoring using alternative data for thin-file borrowers.</a:t>
            </a:r>
          </a:p>
          <a:p>
            <a:r>
              <a:t>Advanced fraud detection ensuring seamless regulatory compliance across MENA jurisdictions.</a:t>
            </a:r>
          </a:p>
          <a:p>
            <a:r>
              <a:t>Real-time monitoring dashboards providing transparent borrower insights and dynamic analytics.</a:t>
            </a:r>
          </a:p>
          <a:p>
            <a:r>
              <a:t>Robust cybersecurity protocols protecting sensitive financial data throughout lending lifecycle.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Roadmap: Revenue, Growth &amp;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200% revenue growth within first three years of operation.</a:t>
            </a:r>
          </a:p>
          <a:p>
            <a:r>
              <a:t>Achieve positive unit economics by Month 18 on loan portfolio.</a:t>
            </a:r>
          </a:p>
          <a:p>
            <a:r>
              <a:t>Target 15% average interest margin with low default rates expected.</a:t>
            </a:r>
          </a:p>
          <a:p>
            <a:r>
              <a:t>Scale operations to five new countries within the next four years.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Ask: Funding Requirements &amp; 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$10M seed funding to launch our digital lending platform.</a:t>
            </a:r>
          </a:p>
          <a:p>
            <a:r>
              <a:t>Deploy proprietary AI credit scoring tailored for local SMEs.</a:t>
            </a:r>
          </a:p>
          <a:p>
            <a:r>
              <a:t>Establish regulatory compliance and bank partnerships for liquidity access.</a:t>
            </a:r>
          </a:p>
          <a:p>
            <a:r>
              <a:t>Build sales team to onboard first 500 business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Timeline &amp; Partnership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pilot program in UAE and KSA within six months.</a:t>
            </a:r>
          </a:p>
          <a:p>
            <a:r>
              <a:t>Partner with local fintechs for seamless tech integration and customer reach.</a:t>
            </a:r>
          </a:p>
          <a:p>
            <a:r>
              <a:t>Secure regulatory compliance approvals across key jurisdictions before full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Contact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partnerships@smelending.mena for all funding inquiries today.</a:t>
            </a:r>
          </a:p>
          <a:p>
            <a:r>
              <a:t>Visit www.sme-finance-mena.com to learn about our new platform.</a:t>
            </a:r>
          </a:p>
          <a:p>
            <a:r>
              <a:t>Connect with us on LinkedIn for professional networking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